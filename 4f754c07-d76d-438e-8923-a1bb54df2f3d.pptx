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Mahender Jakhar: A Visionary Leader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4A3B8"/>
                </a:solidFill>
              </a:defRPr>
            </a:pPr>
            <a:r>
              <a:t>Generated by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82880" cy="4572000"/>
          </a:xfrm>
          <a:prstGeom prst="rect">
            <a:avLst/>
          </a:prstGeom>
          <a:solidFill>
            <a:srgbClr val="6366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CBD5E1"/>
                </a:solidFill>
              </a:defRPr>
            </a:pPr>
            <a:r>
              <a:t>Indian politician and former MP from Fazilka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Member of the Indian National Congress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Strong advocate for social justice and equality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82880" cy="4572000"/>
          </a:xfrm>
          <a:prstGeom prst="rect">
            <a:avLst/>
          </a:prstGeom>
          <a:solidFill>
            <a:srgbClr val="6366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Career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CBD5E1"/>
                </a:solidFill>
              </a:defRPr>
            </a:pPr>
            <a:r>
              <a:t>Served as a Member of Parliament (2014-2019)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 Held various positions in the Indian National Congress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Fought for the rights of marginalized communities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82880" cy="4572000"/>
          </a:xfrm>
          <a:prstGeom prst="rect">
            <a:avLst/>
          </a:prstGeom>
          <a:solidFill>
            <a:srgbClr val="6366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CBD5E1"/>
                </a:solidFill>
              </a:defRPr>
            </a:pPr>
            <a:r>
              <a:t>Played a crucial role in passing key legislation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Worked tirelessly for the development of rural areas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Fostered strong relationships with local communities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82880" cy="4572000"/>
          </a:xfrm>
          <a:prstGeom prst="rect">
            <a:avLst/>
          </a:prstGeom>
          <a:solidFill>
            <a:srgbClr val="6366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Philosophy and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CBD5E1"/>
                </a:solidFill>
              </a:defRPr>
            </a:pPr>
            <a:r>
              <a:t>Committed to serving the people of India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Believes in the power of education and empowerment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Fights for the rights of the underprivileged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82880" cy="4572000"/>
          </a:xfrm>
          <a:prstGeom prst="rect">
            <a:avLst/>
          </a:prstGeom>
          <a:solidFill>
            <a:srgbClr val="6366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Legacy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CBD5E1"/>
                </a:solidFill>
              </a:defRPr>
            </a:pPr>
            <a:r>
              <a:t>Inspires a new generation of leaders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Leaves a lasting impact on Indian politics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Remains a strong voice for social justice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