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544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Machine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Automated learning from data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Improves performance over time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Enables predictive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Types of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Supervised learning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Unsupervised learning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Reinforcement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Machine Learning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Image recognition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Natural language processing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Predictive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544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Machine Learning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Improved accuracy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Increased efficiency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Enhanced decision-making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544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of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Growing demand for AI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Advancements in deep learning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Increased adoption in industries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