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Mahender Jakhar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A3B8"/>
                </a:solidFill>
              </a:defRPr>
            </a:pPr>
            <a:r>
              <a:t>Generated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2743200" cy="1831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Mahender Jakhar is an Indian politician.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He was born on 2 November 1954.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Jakhar is a member of the Indian National Congress.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2743200" cy="18211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Early Life and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Jakhar was born in a farming family.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He completed his education from Punjab University.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Jakhar started his career as a farmer.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2743200" cy="1828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Political Career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Jakhar was elected as an MLA in 1992.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He served as a Minister in the Punjab Government.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Jakhar was elected as an MP in 2014.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2743200" cy="1544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Achievements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Jakhar introduced the Punjab Private Security Agencies Regulation Bill.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He played a key role in the formation of the Punjab Government.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Jakhar was awarded the Padma Shri in 2016.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2743200" cy="18262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Mahender Jakhar is a renowned Indian politician.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He has served the nation with dedication and honesty.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Jakhar continues to be a prominent figure in Indian politics.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