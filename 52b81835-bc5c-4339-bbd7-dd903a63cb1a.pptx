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Mahender Jakhar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Mahender Jakhar is an Indian politician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Member of the 16th Lok Sabha from Fazilka constituency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Former Chief Whip of the Congress Party in Lok Sabha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Early Life and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Born on 14 September 1954 in Fazilka, Punjab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Graduated in Law from Punjab University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Started his career as a lawyer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Political 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Joined the Indian National Congress in 1980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Elected as MLA from Abohar constituency in 1992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Elected as MP from Fazilka constituency in 2014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Played a key role in the passage of the Goods and Services Tax (GST) Bill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Supported the passage of the Insolvency and Bankruptcy Code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Worked towards the development of the Fazilka constituency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Mahender Jakhar is a dedicated politician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Has worked tirelessly for the development of his constituency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Continues to serve the people of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