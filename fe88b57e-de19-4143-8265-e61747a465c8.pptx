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Zopper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Zopper?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E-commerce platform for second-hand goods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Allows users to buy and sell used products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Operates in several countries worldwide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338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User-friendly interface for easy product listing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Secure payment options for buyers and sellers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Real-time product updates and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544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Benefits for Sellers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Easy product listing and management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Access to a large customer base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Opportunity to earn extra income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Benefits for Buyers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Access to a wide range of second-hand products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Competitive pricing and discounts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Convenient payment and delivery options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Zopper is a popular e-commerce platform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Offers a unique shopping experience for second-hand goods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A great option for buyers and sellers alike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