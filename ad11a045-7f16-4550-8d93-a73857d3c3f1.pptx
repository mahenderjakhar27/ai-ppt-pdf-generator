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Machine Learning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6611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Machine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Automated learning from data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Improves accuracy over time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Enables predictive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Types of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Supervised Learning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Unsupervised Learning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Reinforcement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Machine Learning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Image Recognition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Natural Language Processing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Predictive Maintenance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1828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Machine Learning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Data Quality Issues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Overfitting and Underfitting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Interpretability and Explainability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743200" cy="205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14400"/>
            <a:ext cx="182880" cy="4572000"/>
          </a:xfrm>
          <a:prstGeom prst="rect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of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CBD5E1"/>
                </a:solidFill>
              </a:defRPr>
            </a:pPr>
            <a:r>
              <a:t>Increased Adoption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Advancements in Deep Learning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Integration with IoT Devices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