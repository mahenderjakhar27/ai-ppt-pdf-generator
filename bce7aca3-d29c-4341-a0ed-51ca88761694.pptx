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Zopper: Revolutionizing E-commerce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Zopper?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A B2B e-commerce platform for retailers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Enables online ordering and inventory management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Streamlines logistics and supply chain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338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Multi-vendor support for diverse product offerings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Real-time inventory management and tracking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Customizable storefronts for brand consistency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Benefits for Retailers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Increased sales and revenue through online channels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Improved operational efficiency and cost savings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Enhanced customer experience through streamlined ordering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Market Reach and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Operates in multiple countries across Asia and Europe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Partnerships with leading logistics providers for global reach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Continued investment in technology and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536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Outlook and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Projected significant growth in online B2B sales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Expansion into new markets and product categories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Continued focus on customer satisfaction and loyalty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