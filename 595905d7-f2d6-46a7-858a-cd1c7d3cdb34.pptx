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Machine: Understanding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a Machine?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A machine is a device or system that performs a specific task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Machines can be simple or complex, manual or automated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Examples: car, printer, 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Types of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Simple machines: lever, pulley, wheel and axle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Complex machines: engine, gearbox, transmission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Hybrid machines: combine simple and complex machines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Input: energy source, raw materials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Process: conversion of energy and materials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Output: product or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Industrial manufacturing: production of goods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Transportation: cars, trucks, airplanes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Medical devices: diagnostic equipment, surgical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of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Artificial intelligence: intelligent machines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Robotics: automation and precision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Internet of Things: connected machines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